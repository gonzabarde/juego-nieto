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en una frase: es un Jenga en el que cada bloque tiene una materia y un nivel de dificultad. Sacás el bloque, respondés una pregunta y sumás puntos. Si están los bloques impresos, mostrarlos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fuerte es la última fila: en el Jenga original ganar es sobrevivir; acá tirar la torre te deja en cero, pero igual hay que saber.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importante: las ranuras están HUNDIDAS, no salientes. Si sobresalieran, los bloques no apoyarían bien y la torre se caería sola. La inicial de la materia va grabada en las dos puntas, así el juego funciona aunque se imprima todo del mismo color.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 por qué la carta la lee otro jugador: la respuesta está impresa abajo de la pregunta, así que el que responde no puede verla.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el −1, siempre convenía ir al bloque más difícil: arriesgar era gratis. Sin el bono, cada uno se quedaba cazando su propia materia. Las dos reglas salieron de probar el juego.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una sola diapositiva para defender por qué esto es una reinvención y no una copia, es 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cuánto tarda: los 45 bloques son la parte larga, conviene imprimirlos en tandas. La base y el porta-cartas son una sola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ofrecer jugar una partida corta con la clase. Es la mejor demostración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ESCOLAR · IMPRESIÓN 3D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69164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Jenga de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Cultura General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4160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Jenga que además te hace pensar.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3D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99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999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285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285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</a:t>
            </a:r>
            <a:endParaRPr lang="en-US" sz="1300" dirty="0"/>
          </a:p>
        </p:txBody>
      </p:sp>
      <p:pic>
        <p:nvPicPr>
          <p:cNvPr id="11" name="Image 0" descr="Tres bloques del juego, uno de cada nivel, con una, dos y tres ranu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80360"/>
            <a:ext cx="4480560" cy="11461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Jenga con preguntas pegadas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920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Jenga original es pura destreza. La impresión 3D permite que la pieza misma comunique: color para la materia, forma para la dificultad.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25420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JENGA ORIGINAL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14032" y="2542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JENGA DE CULTURA GENERAL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931152" y="2926080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292608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926080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tirar la torre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205472" y="2926080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más puntos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31152" y="3813048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13232" y="3813048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364992" y="3813048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iguales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205472" y="3813048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materias × 3 niveles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931152" y="4700016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13232" y="470001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Habilidades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3364992" y="4700016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Destreza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05472" y="4700016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Destreza + saber + estrategia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931152" y="5586984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3232" y="558698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final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3364992" y="5586984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la torre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5586984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la torre y se cuentan los puntos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3D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bloque se explica solo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dice la materia. Las ranuras dicen cuánto vale.</a:t>
            </a:r>
            <a:endParaRPr lang="en-US" sz="1600" dirty="0"/>
          </a:p>
        </p:txBody>
      </p:sp>
      <p:pic>
        <p:nvPicPr>
          <p:cNvPr id="5" name="Image 0" descr="Tres bloques del juego, uno de cada nivel, con una, dos y tres ranu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424160" cy="266664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ranura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punto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ranuras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puntos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ranuras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puntos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1234440" y="5943600"/>
            <a:ext cx="457200" cy="457200"/>
          </a:xfrm>
          <a:prstGeom prst="ellipse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3444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80136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246120" y="5943600"/>
            <a:ext cx="457200" cy="457200"/>
          </a:xfrm>
          <a:prstGeom prst="ellipse">
            <a:avLst/>
          </a:prstGeom>
          <a:solidFill>
            <a:srgbClr val="006600"/>
          </a:solidFill>
          <a:ln w="12700">
            <a:solidFill>
              <a:srgbClr val="00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4612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81304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Geografía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57800" y="5943600"/>
            <a:ext cx="457200" cy="457200"/>
          </a:xfrm>
          <a:prstGeom prst="ellipse">
            <a:avLst/>
          </a:prstGeom>
          <a:solidFill>
            <a:srgbClr val="004488"/>
          </a:solidFill>
          <a:ln w="12700">
            <a:solidFill>
              <a:srgbClr val="00448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5780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82472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269480" y="5943600"/>
            <a:ext cx="457200" cy="457200"/>
          </a:xfrm>
          <a:prstGeom prst="ellipse">
            <a:avLst/>
          </a:prstGeom>
          <a:solidFill>
            <a:srgbClr val="551188"/>
          </a:solidFill>
          <a:ln w="12700">
            <a:solidFill>
              <a:srgbClr val="55118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948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83640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281160" y="5943600"/>
            <a:ext cx="457200" cy="457200"/>
          </a:xfrm>
          <a:prstGeom prst="ellipse">
            <a:avLst/>
          </a:prstGeom>
          <a:solidFill>
            <a:srgbClr val="BB4400"/>
          </a:solidFill>
          <a:ln w="12700">
            <a:solidFill>
              <a:srgbClr val="BB44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8116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84808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Ed. Cívica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juega un turno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Sacá un bloque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sola mano, como en el Jenga común.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50215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5818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818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75818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Miralo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75818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es la materia; las ranuras, el nivel.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9107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4710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4710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4710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Respondé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jugador te lee una carta de ese mazo. Un intento, 20 segundos.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7999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3602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3602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3602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Apoyá y pasá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33602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va arriba de todo, hayas acertado o no.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13232" y="5257800"/>
            <a:ext cx="10735056" cy="868680"/>
          </a:xfrm>
          <a:prstGeom prst="roundRect">
            <a:avLst>
              <a:gd name="adj" fmla="val 8421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3272" y="5257800"/>
            <a:ext cx="10094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partida termina cuando se cae la torre. El que la tiró pierde TODOS sus puntos; gana el que tenga más.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PUNTAJE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reglas que obligan a elegir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4884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222B40"/>
          </a:solidFill>
          <a:ln w="12700">
            <a:solidFill>
              <a:srgbClr val="222B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9572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2 · 3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el nivel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703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Acertás y sumás los puntos que valga el bloque.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25112" y="214884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222B40"/>
          </a:solidFill>
          <a:ln w="12700">
            <a:solidFill>
              <a:srgbClr val="222B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239572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errás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703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bajás de cero, pero arriesgar de más cuesta.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36992" y="214884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3A2320"/>
          </a:solidFill>
          <a:ln w="12700">
            <a:solidFill>
              <a:srgbClr val="3A23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0" y="239572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de cultura general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703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vez que acertás una carta de cada materia.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892040"/>
            <a:ext cx="10735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i="1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te da los puntos, errar te los quita y el bono te empuja a salir de tu materia favorita. Y arriba de todo, la torre.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ESTRATEGIA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riesgos a la vez, en cada turno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77440"/>
            <a:ext cx="566928" cy="566928"/>
          </a:xfrm>
          <a:prstGeom prst="ellipse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físico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lo saco?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Abajo es seguro pero ya casi no quedan. Arriba la torre se tambalea.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377440"/>
            <a:ext cx="566928" cy="566928"/>
          </a:xfrm>
          <a:prstGeom prst="ellipse">
            <a:avLst/>
          </a:prstGeom>
          <a:solidFill>
            <a:srgbClr val="004488"/>
          </a:solidFill>
          <a:ln w="12700">
            <a:solidFill>
              <a:srgbClr val="00448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académico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nivel me conviene?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3 vale el triple, pero si fallás restás un punto.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93699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2377440"/>
            <a:ext cx="566928" cy="566928"/>
          </a:xfrm>
          <a:prstGeom prst="ellipse">
            <a:avLst/>
          </a:prstGeom>
          <a:solidFill>
            <a:srgbClr val="BB4400"/>
          </a:solidFill>
          <a:ln w="12700">
            <a:solidFill>
              <a:srgbClr val="BB4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de todo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¿Sigo o voy a lo seguro?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vas ganando, tirar la torre te deja en cero. El que pierde no arriesga nada.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577840"/>
            <a:ext cx="10735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tres se puede decidir sola. Por eso el juego no es ni pura suerte ni pura trivia.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COMPONENTES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se imprime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cartas</a:t>
            </a:r>
            <a:endParaRPr lang="en-US" sz="2100" dirty="0"/>
          </a:p>
        </p:txBody>
      </p:sp>
      <p:pic>
        <p:nvPicPr>
          <p:cNvPr id="5" name="Image 0" descr="Tres cartas de preguntas, una de cada ni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514600"/>
            <a:ext cx="5029200" cy="22264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3232" y="48920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preguntas en 15 mazos, uno por materia y nivel. 72 × 100 mm, a doble faz.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piezas 3D</a:t>
            </a:r>
            <a:endParaRPr lang="en-US" sz="2100" dirty="0"/>
          </a:p>
        </p:txBody>
      </p:sp>
      <p:pic>
        <p:nvPicPr>
          <p:cNvPr id="8" name="Image 1" descr="Base de la torre y porta-cartas impresos en 3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468880"/>
            <a:ext cx="4572000" cy="184638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92240" y="4892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bloques (el STL se imprime 3 veces), la base de la torre y el porta-cartas. Todo sin soportes.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13232" y="5715000"/>
            <a:ext cx="10735056" cy="731520"/>
          </a:xfrm>
          <a:prstGeom prst="roundRect">
            <a:avLst>
              <a:gd name="adj" fmla="val 10000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33272" y="5715000"/>
            <a:ext cx="10094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bloques = 15 pisos exactos de 3. Boquilla 0,4 mm · capa 0,2 mm · relleno 15–20 %.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2057400"/>
            <a:ext cx="6583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Equilibrio físico,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contenido escolar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estrategia.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47091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objeto impreso en 3D que enseña sin explicar: la pieza misma dice de qué se trata.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5715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¿Jugamos una?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092440" y="1691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92440" y="2834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96012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092440" y="3977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5120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0" y="5303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Jenga de Cultura General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Jenga de Cultura General</dc:title>
  <dc:subject>Proyecto escolar de impresion 3D</dc:subject>
  <dc:creator>Jenga de Cultura General</dc:creator>
  <cp:lastModifiedBy>Jenga de Cultura General</cp:lastModifiedBy>
  <cp:revision>1</cp:revision>
  <dcterms:created xsi:type="dcterms:W3CDTF">2026-09-08T23:30:18Z</dcterms:created>
  <dcterms:modified xsi:type="dcterms:W3CDTF">2026-09-08T23:30:18Z</dcterms:modified>
</cp:coreProperties>
</file>